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C763ED6A-D467-42E2-B721-D02E407C3F1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4364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994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922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456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1105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63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62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08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048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946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887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D4D348-1A32-4D82-997A-3322F0A30AB7}" type="datetimeFigureOut">
              <a:rPr lang="fr-FR" smtClean="0"/>
              <a:t>10/11/2025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304B1-3710-49E3-8154-C0071AD171A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16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4763237" y="4402737"/>
            <a:ext cx="2406650" cy="1556205"/>
            <a:chOff x="5581650" y="2806245"/>
            <a:chExt cx="1803400" cy="1174750"/>
          </a:xfrm>
        </p:grpSpPr>
        <p:sp>
          <p:nvSpPr>
            <p:cNvPr id="26" name="Rectangle 25"/>
            <p:cNvSpPr/>
            <p:nvPr/>
          </p:nvSpPr>
          <p:spPr>
            <a:xfrm>
              <a:off x="5581650" y="2806245"/>
              <a:ext cx="1803400" cy="11747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TopUp"/>
              <a:lightRig rig="threePt" dir="t"/>
            </a:scene3d>
            <a:sp3d extrusionH="171450" contourW="12700">
              <a:extrusionClr>
                <a:schemeClr val="bg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5970642" y="3330789"/>
              <a:ext cx="1025416" cy="12566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4764125" y="3460294"/>
            <a:ext cx="2412888" cy="1556695"/>
            <a:chOff x="4554575" y="3828594"/>
            <a:chExt cx="2412888" cy="1556695"/>
          </a:xfrm>
        </p:grpSpPr>
        <p:sp>
          <p:nvSpPr>
            <p:cNvPr id="22" name="Rectangle 21"/>
            <p:cNvSpPr/>
            <p:nvPr/>
          </p:nvSpPr>
          <p:spPr>
            <a:xfrm>
              <a:off x="4560813" y="3828594"/>
              <a:ext cx="2406650" cy="155620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TopUp"/>
              <a:lightRig rig="threePt" dir="t"/>
            </a:scene3d>
            <a:sp3d extrusionH="171450" contourW="12700">
              <a:extrusionClr>
                <a:schemeClr val="bg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554575" y="3837289"/>
              <a:ext cx="2412000" cy="154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705474" y="4336820"/>
              <a:ext cx="155575" cy="5562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4732336" y="2439719"/>
            <a:ext cx="2406650" cy="1556205"/>
            <a:chOff x="5581650" y="2806245"/>
            <a:chExt cx="1803400" cy="1174750"/>
          </a:xfrm>
        </p:grpSpPr>
        <p:sp>
          <p:nvSpPr>
            <p:cNvPr id="19" name="Rectangle 18"/>
            <p:cNvSpPr/>
            <p:nvPr/>
          </p:nvSpPr>
          <p:spPr>
            <a:xfrm>
              <a:off x="5581650" y="2806245"/>
              <a:ext cx="1803400" cy="117475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scene3d>
              <a:camera prst="isometricTopUp"/>
              <a:lightRig rig="threePt" dir="t"/>
            </a:scene3d>
            <a:sp3d extrusionH="171450" contourW="12700">
              <a:extrusionClr>
                <a:schemeClr val="bg2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/>
            <p:cNvSpPr/>
            <p:nvPr/>
          </p:nvSpPr>
          <p:spPr>
            <a:xfrm>
              <a:off x="6233168" y="3096192"/>
              <a:ext cx="588282" cy="51661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scene3d>
              <a:camera prst="isometricTopUp"/>
              <a:lightRig rig="threePt" dir="t"/>
            </a:scene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31" name="Connecteur droit avec flèche 30"/>
          <p:cNvCxnSpPr>
            <a:stCxn id="35" idx="1"/>
          </p:cNvCxnSpPr>
          <p:nvPr/>
        </p:nvCxnSpPr>
        <p:spPr>
          <a:xfrm flipH="1">
            <a:off x="6484620" y="2796716"/>
            <a:ext cx="897253" cy="318905"/>
          </a:xfrm>
          <a:prstGeom prst="straightConnector1">
            <a:avLst/>
          </a:prstGeom>
          <a:ln w="28575"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>
          <a:xfrm>
            <a:off x="7179604" y="4462746"/>
            <a:ext cx="1469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Ground plane</a:t>
            </a:r>
            <a:endParaRPr lang="en-US" dirty="0"/>
          </a:p>
        </p:txBody>
      </p:sp>
      <p:sp>
        <p:nvSpPr>
          <p:cNvPr id="34" name="ZoneTexte 33"/>
          <p:cNvSpPr txBox="1"/>
          <p:nvPr/>
        </p:nvSpPr>
        <p:spPr>
          <a:xfrm>
            <a:off x="7381873" y="3544569"/>
            <a:ext cx="542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Slot</a:t>
            </a:r>
            <a:endParaRPr lang="en-US" dirty="0"/>
          </a:p>
        </p:txBody>
      </p:sp>
      <p:sp>
        <p:nvSpPr>
          <p:cNvPr id="35" name="ZoneTexte 34"/>
          <p:cNvSpPr txBox="1"/>
          <p:nvPr/>
        </p:nvSpPr>
        <p:spPr>
          <a:xfrm>
            <a:off x="7381873" y="2612050"/>
            <a:ext cx="70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Patch</a:t>
            </a:r>
            <a:endParaRPr lang="en-US" dirty="0"/>
          </a:p>
        </p:txBody>
      </p:sp>
      <p:sp>
        <p:nvSpPr>
          <p:cNvPr id="36" name="ZoneTexte 35"/>
          <p:cNvSpPr txBox="1"/>
          <p:nvPr/>
        </p:nvSpPr>
        <p:spPr>
          <a:xfrm>
            <a:off x="7138986" y="5395265"/>
            <a:ext cx="13194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Feeding line</a:t>
            </a:r>
            <a:endParaRPr lang="en-US" dirty="0"/>
          </a:p>
        </p:txBody>
      </p:sp>
      <p:cxnSp>
        <p:nvCxnSpPr>
          <p:cNvPr id="37" name="Connecteur droit avec flèche 36"/>
          <p:cNvCxnSpPr>
            <a:stCxn id="34" idx="1"/>
          </p:cNvCxnSpPr>
          <p:nvPr/>
        </p:nvCxnSpPr>
        <p:spPr>
          <a:xfrm flipH="1">
            <a:off x="6143625" y="3729235"/>
            <a:ext cx="1238248" cy="500527"/>
          </a:xfrm>
          <a:prstGeom prst="straightConnector1">
            <a:avLst/>
          </a:prstGeom>
          <a:ln w="28575">
            <a:solidFill>
              <a:schemeClr val="bg2">
                <a:lumMod val="90000"/>
              </a:schemeClr>
            </a:solidFill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/>
          <p:cNvCxnSpPr>
            <a:endCxn id="34" idx="1"/>
          </p:cNvCxnSpPr>
          <p:nvPr/>
        </p:nvCxnSpPr>
        <p:spPr>
          <a:xfrm flipV="1">
            <a:off x="7015836" y="3729235"/>
            <a:ext cx="366037" cy="1492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>
            <a:stCxn id="33" idx="1"/>
          </p:cNvCxnSpPr>
          <p:nvPr/>
        </p:nvCxnSpPr>
        <p:spPr>
          <a:xfrm flipH="1" flipV="1">
            <a:off x="6847832" y="4396076"/>
            <a:ext cx="331772" cy="251336"/>
          </a:xfrm>
          <a:prstGeom prst="straightConnector1">
            <a:avLst/>
          </a:prstGeom>
          <a:ln w="28575"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>
            <a:stCxn id="36" idx="1"/>
          </p:cNvCxnSpPr>
          <p:nvPr/>
        </p:nvCxnSpPr>
        <p:spPr>
          <a:xfrm flipH="1" flipV="1">
            <a:off x="6386857" y="5054225"/>
            <a:ext cx="752129" cy="525706"/>
          </a:xfrm>
          <a:prstGeom prst="straightConnector1">
            <a:avLst/>
          </a:prstGeom>
          <a:ln w="28575">
            <a:headEnd w="lg" len="lg"/>
            <a:tailEnd type="stealth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901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46" y="904678"/>
            <a:ext cx="5225051" cy="3629376"/>
          </a:xfrm>
          <a:prstGeom prst="rect">
            <a:avLst/>
          </a:prstGeom>
        </p:spPr>
      </p:pic>
      <p:cxnSp>
        <p:nvCxnSpPr>
          <p:cNvPr id="6" name="Connecteur droit 5"/>
          <p:cNvCxnSpPr/>
          <p:nvPr/>
        </p:nvCxnSpPr>
        <p:spPr>
          <a:xfrm>
            <a:off x="2461846" y="2803774"/>
            <a:ext cx="5225051" cy="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164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283" y="1440563"/>
            <a:ext cx="8003863" cy="3722279"/>
          </a:xfrm>
          <a:prstGeom prst="rect">
            <a:avLst/>
          </a:prstGeom>
        </p:spPr>
      </p:pic>
      <p:grpSp>
        <p:nvGrpSpPr>
          <p:cNvPr id="17" name="Groupe 16"/>
          <p:cNvGrpSpPr/>
          <p:nvPr/>
        </p:nvGrpSpPr>
        <p:grpSpPr>
          <a:xfrm>
            <a:off x="3083902" y="1955852"/>
            <a:ext cx="2349305" cy="717452"/>
            <a:chOff x="2883877" y="2053883"/>
            <a:chExt cx="2349305" cy="717452"/>
          </a:xfrm>
        </p:grpSpPr>
        <p:sp>
          <p:nvSpPr>
            <p:cNvPr id="8" name="Forme libre 7"/>
            <p:cNvSpPr/>
            <p:nvPr/>
          </p:nvSpPr>
          <p:spPr>
            <a:xfrm>
              <a:off x="2883877" y="2053883"/>
              <a:ext cx="2349305" cy="717452"/>
            </a:xfrm>
            <a:custGeom>
              <a:avLst/>
              <a:gdLst>
                <a:gd name="connsiteX0" fmla="*/ 0 w 2349305"/>
                <a:gd name="connsiteY0" fmla="*/ 0 h 717452"/>
                <a:gd name="connsiteX1" fmla="*/ 801858 w 2349305"/>
                <a:gd name="connsiteY1" fmla="*/ 492369 h 717452"/>
                <a:gd name="connsiteX2" fmla="*/ 1547446 w 2349305"/>
                <a:gd name="connsiteY2" fmla="*/ 267286 h 717452"/>
                <a:gd name="connsiteX3" fmla="*/ 2349305 w 2349305"/>
                <a:gd name="connsiteY3" fmla="*/ 717452 h 717452"/>
                <a:gd name="connsiteX4" fmla="*/ 2349305 w 2349305"/>
                <a:gd name="connsiteY4" fmla="*/ 717452 h 71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305" h="717452">
                  <a:moveTo>
                    <a:pt x="0" y="0"/>
                  </a:moveTo>
                  <a:cubicBezTo>
                    <a:pt x="271975" y="223910"/>
                    <a:pt x="543950" y="447821"/>
                    <a:pt x="801858" y="492369"/>
                  </a:cubicBezTo>
                  <a:cubicBezTo>
                    <a:pt x="1059766" y="536917"/>
                    <a:pt x="1289538" y="229772"/>
                    <a:pt x="1547446" y="267286"/>
                  </a:cubicBezTo>
                  <a:cubicBezTo>
                    <a:pt x="1805354" y="304800"/>
                    <a:pt x="2349305" y="717452"/>
                    <a:pt x="2349305" y="717452"/>
                  </a:cubicBezTo>
                  <a:lnTo>
                    <a:pt x="2349305" y="717452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Connecteur droit 10"/>
            <p:cNvCxnSpPr/>
            <p:nvPr/>
          </p:nvCxnSpPr>
          <p:spPr>
            <a:xfrm flipH="1" flipV="1">
              <a:off x="3209925" y="2128840"/>
              <a:ext cx="9526" cy="1857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H="1" flipV="1">
              <a:off x="3000375" y="2314578"/>
              <a:ext cx="219077" cy="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/>
          <p:cNvGrpSpPr/>
          <p:nvPr/>
        </p:nvGrpSpPr>
        <p:grpSpPr>
          <a:xfrm>
            <a:off x="6985977" y="1955852"/>
            <a:ext cx="2349305" cy="717452"/>
            <a:chOff x="2883877" y="2053883"/>
            <a:chExt cx="2349305" cy="717452"/>
          </a:xfrm>
        </p:grpSpPr>
        <p:sp>
          <p:nvSpPr>
            <p:cNvPr id="19" name="Forme libre 18"/>
            <p:cNvSpPr/>
            <p:nvPr/>
          </p:nvSpPr>
          <p:spPr>
            <a:xfrm>
              <a:off x="2883877" y="2053883"/>
              <a:ext cx="2349305" cy="717452"/>
            </a:xfrm>
            <a:custGeom>
              <a:avLst/>
              <a:gdLst>
                <a:gd name="connsiteX0" fmla="*/ 0 w 2349305"/>
                <a:gd name="connsiteY0" fmla="*/ 0 h 717452"/>
                <a:gd name="connsiteX1" fmla="*/ 801858 w 2349305"/>
                <a:gd name="connsiteY1" fmla="*/ 492369 h 717452"/>
                <a:gd name="connsiteX2" fmla="*/ 1547446 w 2349305"/>
                <a:gd name="connsiteY2" fmla="*/ 267286 h 717452"/>
                <a:gd name="connsiteX3" fmla="*/ 2349305 w 2349305"/>
                <a:gd name="connsiteY3" fmla="*/ 717452 h 717452"/>
                <a:gd name="connsiteX4" fmla="*/ 2349305 w 2349305"/>
                <a:gd name="connsiteY4" fmla="*/ 717452 h 71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305" h="717452">
                  <a:moveTo>
                    <a:pt x="0" y="0"/>
                  </a:moveTo>
                  <a:cubicBezTo>
                    <a:pt x="271975" y="223910"/>
                    <a:pt x="543950" y="447821"/>
                    <a:pt x="801858" y="492369"/>
                  </a:cubicBezTo>
                  <a:cubicBezTo>
                    <a:pt x="1059766" y="536917"/>
                    <a:pt x="1289538" y="229772"/>
                    <a:pt x="1547446" y="267286"/>
                  </a:cubicBezTo>
                  <a:cubicBezTo>
                    <a:pt x="1805354" y="304800"/>
                    <a:pt x="2349305" y="717452"/>
                    <a:pt x="2349305" y="717452"/>
                  </a:cubicBezTo>
                  <a:lnTo>
                    <a:pt x="2349305" y="717452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0" name="Connecteur droit 19"/>
            <p:cNvCxnSpPr/>
            <p:nvPr/>
          </p:nvCxnSpPr>
          <p:spPr>
            <a:xfrm flipH="1" flipV="1">
              <a:off x="3209925" y="2128840"/>
              <a:ext cx="9526" cy="18573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flipH="1" flipV="1">
              <a:off x="3000375" y="2314578"/>
              <a:ext cx="219077" cy="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e 21"/>
          <p:cNvGrpSpPr/>
          <p:nvPr/>
        </p:nvGrpSpPr>
        <p:grpSpPr>
          <a:xfrm flipV="1">
            <a:off x="6985977" y="4086665"/>
            <a:ext cx="2349305" cy="717452"/>
            <a:chOff x="2883877" y="2053883"/>
            <a:chExt cx="2349305" cy="717452"/>
          </a:xfrm>
        </p:grpSpPr>
        <p:sp>
          <p:nvSpPr>
            <p:cNvPr id="23" name="Forme libre 22"/>
            <p:cNvSpPr/>
            <p:nvPr/>
          </p:nvSpPr>
          <p:spPr>
            <a:xfrm>
              <a:off x="2883877" y="2053883"/>
              <a:ext cx="2349305" cy="717452"/>
            </a:xfrm>
            <a:custGeom>
              <a:avLst/>
              <a:gdLst>
                <a:gd name="connsiteX0" fmla="*/ 0 w 2349305"/>
                <a:gd name="connsiteY0" fmla="*/ 0 h 717452"/>
                <a:gd name="connsiteX1" fmla="*/ 801858 w 2349305"/>
                <a:gd name="connsiteY1" fmla="*/ 492369 h 717452"/>
                <a:gd name="connsiteX2" fmla="*/ 1547446 w 2349305"/>
                <a:gd name="connsiteY2" fmla="*/ 267286 h 717452"/>
                <a:gd name="connsiteX3" fmla="*/ 2349305 w 2349305"/>
                <a:gd name="connsiteY3" fmla="*/ 717452 h 717452"/>
                <a:gd name="connsiteX4" fmla="*/ 2349305 w 2349305"/>
                <a:gd name="connsiteY4" fmla="*/ 717452 h 717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9305" h="717452">
                  <a:moveTo>
                    <a:pt x="0" y="0"/>
                  </a:moveTo>
                  <a:cubicBezTo>
                    <a:pt x="271975" y="223910"/>
                    <a:pt x="543950" y="447821"/>
                    <a:pt x="801858" y="492369"/>
                  </a:cubicBezTo>
                  <a:cubicBezTo>
                    <a:pt x="1059766" y="536917"/>
                    <a:pt x="1289538" y="229772"/>
                    <a:pt x="1547446" y="267286"/>
                  </a:cubicBezTo>
                  <a:cubicBezTo>
                    <a:pt x="1805354" y="304800"/>
                    <a:pt x="2349305" y="717452"/>
                    <a:pt x="2349305" y="717452"/>
                  </a:cubicBezTo>
                  <a:lnTo>
                    <a:pt x="2349305" y="717452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4" name="Connecteur droit 23"/>
            <p:cNvCxnSpPr/>
            <p:nvPr/>
          </p:nvCxnSpPr>
          <p:spPr>
            <a:xfrm flipV="1">
              <a:off x="3219451" y="2277100"/>
              <a:ext cx="231774" cy="3747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 flipH="1">
              <a:off x="3219451" y="2314579"/>
              <a:ext cx="2" cy="19049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/>
          <p:cNvSpPr txBox="1"/>
          <p:nvPr/>
        </p:nvSpPr>
        <p:spPr>
          <a:xfrm>
            <a:off x="3409950" y="1669629"/>
            <a:ext cx="255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i</a:t>
            </a:r>
            <a:endParaRPr lang="fr-FR" sz="2400" dirty="0"/>
          </a:p>
        </p:txBody>
      </p:sp>
      <p:sp>
        <p:nvSpPr>
          <p:cNvPr id="30" name="ZoneTexte 29"/>
          <p:cNvSpPr txBox="1"/>
          <p:nvPr/>
        </p:nvSpPr>
        <p:spPr>
          <a:xfrm>
            <a:off x="7298127" y="3898875"/>
            <a:ext cx="255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i</a:t>
            </a:r>
            <a:endParaRPr lang="fr-FR" sz="2400" dirty="0"/>
          </a:p>
        </p:txBody>
      </p:sp>
      <p:sp>
        <p:nvSpPr>
          <p:cNvPr id="31" name="ZoneTexte 30"/>
          <p:cNvSpPr txBox="1"/>
          <p:nvPr/>
        </p:nvSpPr>
        <p:spPr>
          <a:xfrm>
            <a:off x="7321551" y="1703412"/>
            <a:ext cx="255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smtClean="0"/>
              <a:t>i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861041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e 31"/>
          <p:cNvGrpSpPr/>
          <p:nvPr/>
        </p:nvGrpSpPr>
        <p:grpSpPr>
          <a:xfrm>
            <a:off x="1498600" y="536666"/>
            <a:ext cx="190500" cy="5697220"/>
            <a:chOff x="1600200" y="754380"/>
            <a:chExt cx="190500" cy="5697220"/>
          </a:xfrm>
        </p:grpSpPr>
        <p:cxnSp>
          <p:nvCxnSpPr>
            <p:cNvPr id="5" name="Connecteur droit 4"/>
            <p:cNvCxnSpPr/>
            <p:nvPr/>
          </p:nvCxnSpPr>
          <p:spPr>
            <a:xfrm>
              <a:off x="1790700" y="754380"/>
              <a:ext cx="0" cy="2374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>
              <a:off x="1600200" y="77724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>
              <a:off x="1600200" y="99060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/>
            <p:cNvCxnSpPr/>
            <p:nvPr/>
          </p:nvCxnSpPr>
          <p:spPr>
            <a:xfrm>
              <a:off x="1600200" y="120396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/>
          </p:nvCxnSpPr>
          <p:spPr>
            <a:xfrm>
              <a:off x="1600200" y="143510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>
              <a:off x="1600200" y="164846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>
              <a:off x="1600200" y="186182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>
              <a:off x="1600200" y="205359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>
              <a:off x="1600200" y="226695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>
              <a:off x="1600200" y="248031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>
              <a:off x="1600200" y="271145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>
              <a:off x="1600200" y="292481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>
              <a:off x="1790700" y="4076700"/>
              <a:ext cx="0" cy="23749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>
              <a:off x="1600200" y="409956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>
              <a:off x="1600200" y="431292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1600200" y="452628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>
              <a:off x="1600200" y="475742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>
              <a:off x="1600200" y="497078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>
              <a:off x="1600200" y="518414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>
              <a:off x="1600200" y="537591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>
              <a:off x="1600200" y="558927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>
              <a:off x="1600200" y="580263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 droit 29"/>
            <p:cNvCxnSpPr/>
            <p:nvPr/>
          </p:nvCxnSpPr>
          <p:spPr>
            <a:xfrm>
              <a:off x="1600200" y="603377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1600200" y="6247130"/>
              <a:ext cx="19050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 rot="16200000">
                <a:off x="859578" y="4904126"/>
                <a:ext cx="9145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=+∞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 smtClean="0"/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59578" y="4904126"/>
                <a:ext cx="914546" cy="276999"/>
              </a:xfrm>
              <a:prstGeom prst="rect">
                <a:avLst/>
              </a:prstGeom>
              <a:blipFill>
                <a:blip r:embed="rId2"/>
                <a:stretch>
                  <a:fillRect r="-6522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/>
              <p:cNvSpPr txBox="1"/>
              <p:nvPr/>
            </p:nvSpPr>
            <p:spPr>
              <a:xfrm rot="16200000">
                <a:off x="721080" y="1529663"/>
                <a:ext cx="9145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fr-FR" b="1" i="1" smtClean="0">
                          <a:latin typeface="Cambria Math" panose="02040503050406030204" pitchFamily="18" charset="0"/>
                        </a:rPr>
                        <m:t>=+∞</m:t>
                      </m:r>
                      <m:r>
                        <a:rPr lang="fr-FR" b="1" i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1" dirty="0" smtClean="0"/>
              </a:p>
            </p:txBody>
          </p:sp>
        </mc:Choice>
        <mc:Fallback xmlns=""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21080" y="1529663"/>
                <a:ext cx="914546" cy="276999"/>
              </a:xfrm>
              <a:prstGeom prst="rect">
                <a:avLst/>
              </a:prstGeom>
              <a:blipFill>
                <a:blip r:embed="rId3"/>
                <a:stretch>
                  <a:fillRect r="-6667" b="-333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avec flèche 35"/>
          <p:cNvCxnSpPr/>
          <p:nvPr/>
        </p:nvCxnSpPr>
        <p:spPr>
          <a:xfrm flipV="1">
            <a:off x="1689100" y="3077029"/>
            <a:ext cx="0" cy="5805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1248522" y="3113821"/>
                <a:ext cx="413657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8522" y="3113821"/>
                <a:ext cx="413657" cy="4831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necteur droit 37"/>
          <p:cNvCxnSpPr/>
          <p:nvPr/>
        </p:nvCxnSpPr>
        <p:spPr>
          <a:xfrm>
            <a:off x="4089400" y="536666"/>
            <a:ext cx="0" cy="23749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>
            <a:off x="4089400" y="3858986"/>
            <a:ext cx="0" cy="237490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1689100" y="2201636"/>
            <a:ext cx="5421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/>
              <p:cNvSpPr txBox="1"/>
              <p:nvPr/>
            </p:nvSpPr>
            <p:spPr>
              <a:xfrm>
                <a:off x="1651006" y="1654087"/>
                <a:ext cx="159657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6" y="1654087"/>
                <a:ext cx="159657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Connecteur droit avec flèche 43"/>
          <p:cNvCxnSpPr/>
          <p:nvPr/>
        </p:nvCxnSpPr>
        <p:spPr>
          <a:xfrm>
            <a:off x="1689100" y="5365932"/>
            <a:ext cx="54215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ZoneTexte 44"/>
              <p:cNvSpPr txBox="1"/>
              <p:nvPr/>
            </p:nvSpPr>
            <p:spPr>
              <a:xfrm>
                <a:off x="1770743" y="4935045"/>
                <a:ext cx="413657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ZoneTexte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743" y="4935045"/>
                <a:ext cx="41365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e 52"/>
          <p:cNvGrpSpPr/>
          <p:nvPr/>
        </p:nvGrpSpPr>
        <p:grpSpPr>
          <a:xfrm>
            <a:off x="3945716" y="3571294"/>
            <a:ext cx="287368" cy="287692"/>
            <a:chOff x="3886200" y="2914635"/>
            <a:chExt cx="406400" cy="398372"/>
          </a:xfrm>
        </p:grpSpPr>
        <p:sp>
          <p:nvSpPr>
            <p:cNvPr id="54" name="Ellipse 53"/>
            <p:cNvSpPr/>
            <p:nvPr/>
          </p:nvSpPr>
          <p:spPr>
            <a:xfrm>
              <a:off x="3886200" y="2914635"/>
              <a:ext cx="406400" cy="39837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5" name="Connecteur droit 54"/>
            <p:cNvCxnSpPr>
              <a:stCxn id="54" idx="1"/>
              <a:endCxn id="54" idx="5"/>
            </p:cNvCxnSpPr>
            <p:nvPr/>
          </p:nvCxnSpPr>
          <p:spPr>
            <a:xfrm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eur droit 55"/>
            <p:cNvCxnSpPr>
              <a:stCxn id="54" idx="7"/>
              <a:endCxn id="54" idx="3"/>
            </p:cNvCxnSpPr>
            <p:nvPr/>
          </p:nvCxnSpPr>
          <p:spPr>
            <a:xfrm flipH="1"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e 56"/>
          <p:cNvGrpSpPr/>
          <p:nvPr/>
        </p:nvGrpSpPr>
        <p:grpSpPr>
          <a:xfrm>
            <a:off x="3945716" y="3237757"/>
            <a:ext cx="287368" cy="287692"/>
            <a:chOff x="3886200" y="2914635"/>
            <a:chExt cx="406400" cy="398372"/>
          </a:xfrm>
        </p:grpSpPr>
        <p:sp>
          <p:nvSpPr>
            <p:cNvPr id="58" name="Ellipse 57"/>
            <p:cNvSpPr/>
            <p:nvPr/>
          </p:nvSpPr>
          <p:spPr>
            <a:xfrm>
              <a:off x="3886200" y="2914635"/>
              <a:ext cx="406400" cy="39837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9" name="Connecteur droit 58"/>
            <p:cNvCxnSpPr>
              <a:stCxn id="58" idx="1"/>
              <a:endCxn id="58" idx="5"/>
            </p:cNvCxnSpPr>
            <p:nvPr/>
          </p:nvCxnSpPr>
          <p:spPr>
            <a:xfrm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/>
            <p:cNvCxnSpPr>
              <a:stCxn id="58" idx="7"/>
              <a:endCxn id="58" idx="3"/>
            </p:cNvCxnSpPr>
            <p:nvPr/>
          </p:nvCxnSpPr>
          <p:spPr>
            <a:xfrm flipH="1"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Groupe 60"/>
          <p:cNvGrpSpPr/>
          <p:nvPr/>
        </p:nvGrpSpPr>
        <p:grpSpPr>
          <a:xfrm>
            <a:off x="3944937" y="2893644"/>
            <a:ext cx="287368" cy="287692"/>
            <a:chOff x="3886200" y="2914635"/>
            <a:chExt cx="406400" cy="398372"/>
          </a:xfrm>
        </p:grpSpPr>
        <p:sp>
          <p:nvSpPr>
            <p:cNvPr id="62" name="Ellipse 61"/>
            <p:cNvSpPr/>
            <p:nvPr/>
          </p:nvSpPr>
          <p:spPr>
            <a:xfrm>
              <a:off x="3886200" y="2914635"/>
              <a:ext cx="406400" cy="39837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3" name="Connecteur droit 62"/>
            <p:cNvCxnSpPr>
              <a:stCxn id="62" idx="1"/>
              <a:endCxn id="62" idx="5"/>
            </p:cNvCxnSpPr>
            <p:nvPr/>
          </p:nvCxnSpPr>
          <p:spPr>
            <a:xfrm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63"/>
            <p:cNvCxnSpPr>
              <a:stCxn id="62" idx="7"/>
              <a:endCxn id="62" idx="3"/>
            </p:cNvCxnSpPr>
            <p:nvPr/>
          </p:nvCxnSpPr>
          <p:spPr>
            <a:xfrm flipH="1"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ZoneTexte 64"/>
              <p:cNvSpPr txBox="1"/>
              <p:nvPr/>
            </p:nvSpPr>
            <p:spPr>
              <a:xfrm>
                <a:off x="4291816" y="3416027"/>
                <a:ext cx="2505853" cy="4831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fr-FR" sz="28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5" name="ZoneTexte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816" y="3416027"/>
                <a:ext cx="2505853" cy="48314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ZoneTexte 65"/>
              <p:cNvSpPr txBox="1"/>
              <p:nvPr/>
            </p:nvSpPr>
            <p:spPr>
              <a:xfrm>
                <a:off x="4377547" y="2853473"/>
                <a:ext cx="2255836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6" name="ZoneTexte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547" y="2853473"/>
                <a:ext cx="2255836" cy="4859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ZoneTexte 66"/>
              <p:cNvSpPr txBox="1"/>
              <p:nvPr/>
            </p:nvSpPr>
            <p:spPr>
              <a:xfrm>
                <a:off x="3755247" y="635726"/>
                <a:ext cx="2255836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7" name="ZoneTexte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247" y="635726"/>
                <a:ext cx="2255836" cy="4859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ZoneTexte 67"/>
              <p:cNvSpPr txBox="1"/>
              <p:nvPr/>
            </p:nvSpPr>
            <p:spPr>
              <a:xfrm>
                <a:off x="3755247" y="1219980"/>
                <a:ext cx="2255836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8" name="ZoneTexte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247" y="1219980"/>
                <a:ext cx="2255836" cy="4859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ZoneTexte 68"/>
              <p:cNvSpPr txBox="1"/>
              <p:nvPr/>
            </p:nvSpPr>
            <p:spPr>
              <a:xfrm>
                <a:off x="3755247" y="4776652"/>
                <a:ext cx="2255836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9" name="ZoneTexte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247" y="4776652"/>
                <a:ext cx="2255836" cy="48596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ZoneTexte 69"/>
              <p:cNvSpPr txBox="1"/>
              <p:nvPr/>
            </p:nvSpPr>
            <p:spPr>
              <a:xfrm>
                <a:off x="3755247" y="5360906"/>
                <a:ext cx="2255836" cy="4859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𝑴</m:t>
                              </m:r>
                            </m:e>
                            <m:sub>
                              <m:r>
                                <a:rPr lang="fr-FR" sz="28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acc>
                      <m:r>
                        <a:rPr lang="fr-FR" sz="2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0" name="ZoneTexte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5247" y="5360906"/>
                <a:ext cx="2255836" cy="48596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31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29" y="401006"/>
            <a:ext cx="10769251" cy="4737051"/>
          </a:xfrm>
          <a:prstGeom prst="rect">
            <a:avLst/>
          </a:prstGeom>
        </p:spPr>
      </p:pic>
      <p:cxnSp>
        <p:nvCxnSpPr>
          <p:cNvPr id="5" name="Connecteur droit avec flèche 4"/>
          <p:cNvCxnSpPr>
            <a:stCxn id="8" idx="0"/>
          </p:cNvCxnSpPr>
          <p:nvPr/>
        </p:nvCxnSpPr>
        <p:spPr>
          <a:xfrm flipV="1">
            <a:off x="1732643" y="3657602"/>
            <a:ext cx="0" cy="43088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>
            <a:stCxn id="8" idx="6"/>
          </p:cNvCxnSpPr>
          <p:nvPr/>
        </p:nvCxnSpPr>
        <p:spPr>
          <a:xfrm flipV="1">
            <a:off x="1876327" y="4230918"/>
            <a:ext cx="422373" cy="141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1250339" y="3442157"/>
                <a:ext cx="53129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</m:oMath>
                  </m:oMathPara>
                </a14:m>
                <a:endParaRPr lang="fr-F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339" y="3442157"/>
                <a:ext cx="531291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/>
              <p:cNvSpPr txBox="1"/>
              <p:nvPr/>
            </p:nvSpPr>
            <p:spPr>
              <a:xfrm>
                <a:off x="2153560" y="4124327"/>
                <a:ext cx="53129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𝒛</m:t>
                          </m:r>
                        </m:e>
                      </m:acc>
                    </m:oMath>
                  </m:oMathPara>
                </a14:m>
                <a:endParaRPr lang="fr-F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ZoneTexte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560" y="4124327"/>
                <a:ext cx="531291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e 6"/>
          <p:cNvGrpSpPr/>
          <p:nvPr/>
        </p:nvGrpSpPr>
        <p:grpSpPr>
          <a:xfrm>
            <a:off x="1588959" y="4088488"/>
            <a:ext cx="287368" cy="287692"/>
            <a:chOff x="3886200" y="2914635"/>
            <a:chExt cx="406400" cy="398372"/>
          </a:xfrm>
        </p:grpSpPr>
        <p:sp>
          <p:nvSpPr>
            <p:cNvPr id="8" name="Ellipse 7"/>
            <p:cNvSpPr/>
            <p:nvPr/>
          </p:nvSpPr>
          <p:spPr>
            <a:xfrm>
              <a:off x="3886200" y="2914635"/>
              <a:ext cx="406400" cy="39837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Connecteur droit 11"/>
            <p:cNvCxnSpPr>
              <a:stCxn id="8" idx="1"/>
              <a:endCxn id="8" idx="5"/>
            </p:cNvCxnSpPr>
            <p:nvPr/>
          </p:nvCxnSpPr>
          <p:spPr>
            <a:xfrm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>
              <a:stCxn id="8" idx="7"/>
              <a:endCxn id="8" idx="3"/>
            </p:cNvCxnSpPr>
            <p:nvPr/>
          </p:nvCxnSpPr>
          <p:spPr>
            <a:xfrm flipH="1">
              <a:off x="3945716" y="2972975"/>
              <a:ext cx="287368" cy="28169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1154330" y="4230918"/>
                <a:ext cx="53129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</m:oMath>
                  </m:oMathPara>
                </a14:m>
                <a:endParaRPr lang="fr-FR" sz="2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330" y="4230918"/>
                <a:ext cx="531291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7861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89" y="830097"/>
            <a:ext cx="7549483" cy="5179783"/>
          </a:xfrm>
          <a:prstGeom prst="rect">
            <a:avLst/>
          </a:prstGeom>
        </p:spPr>
      </p:pic>
      <p:grpSp>
        <p:nvGrpSpPr>
          <p:cNvPr id="18" name="Groupe 17"/>
          <p:cNvGrpSpPr/>
          <p:nvPr/>
        </p:nvGrpSpPr>
        <p:grpSpPr>
          <a:xfrm>
            <a:off x="5230366" y="2488913"/>
            <a:ext cx="1766144" cy="1573056"/>
            <a:chOff x="5146546" y="2473673"/>
            <a:chExt cx="1766144" cy="1573056"/>
          </a:xfrm>
        </p:grpSpPr>
        <p:grpSp>
          <p:nvGrpSpPr>
            <p:cNvPr id="11" name="Groupe 10"/>
            <p:cNvGrpSpPr/>
            <p:nvPr/>
          </p:nvGrpSpPr>
          <p:grpSpPr>
            <a:xfrm rot="16200000">
              <a:off x="5459858" y="2624375"/>
              <a:ext cx="1109042" cy="1735665"/>
              <a:chOff x="5224631" y="1691231"/>
              <a:chExt cx="1109042" cy="1735665"/>
            </a:xfrm>
          </p:grpSpPr>
          <p:cxnSp>
            <p:nvCxnSpPr>
              <p:cNvPr id="5" name="Connecteur droit avec flèche 4"/>
              <p:cNvCxnSpPr/>
              <p:nvPr/>
            </p:nvCxnSpPr>
            <p:spPr>
              <a:xfrm rot="5400000" flipH="1">
                <a:off x="5860681" y="2429868"/>
                <a:ext cx="945983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necteur droit avec flèche 5"/>
              <p:cNvCxnSpPr/>
              <p:nvPr/>
            </p:nvCxnSpPr>
            <p:spPr>
              <a:xfrm rot="5400000">
                <a:off x="5886873" y="2463318"/>
                <a:ext cx="0" cy="86457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ZoneTexte 6"/>
                  <p:cNvSpPr txBox="1"/>
                  <p:nvPr/>
                </p:nvSpPr>
                <p:spPr>
                  <a:xfrm rot="5400000">
                    <a:off x="5728949" y="1741433"/>
                    <a:ext cx="531291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oMath>
                      </m:oMathPara>
                    </a14:m>
                    <a:endParaRPr lang="fr-FR" sz="28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7" name="ZoneTexte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5728949" y="1741433"/>
                    <a:ext cx="531291" cy="43088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ZoneTexte 7"/>
                  <p:cNvSpPr txBox="1"/>
                  <p:nvPr/>
                </p:nvSpPr>
                <p:spPr>
                  <a:xfrm rot="5400000">
                    <a:off x="5174429" y="2945807"/>
                    <a:ext cx="531291" cy="43088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𝒛</m:t>
                              </m:r>
                            </m:e>
                          </m:acc>
                        </m:oMath>
                      </m:oMathPara>
                    </a14:m>
                    <a:endParaRPr lang="fr-FR" sz="2800" b="1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8" name="ZoneTexte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5174429" y="2945807"/>
                    <a:ext cx="531291" cy="43088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0" name="Groupe 9"/>
            <p:cNvGrpSpPr/>
            <p:nvPr/>
          </p:nvGrpSpPr>
          <p:grpSpPr>
            <a:xfrm>
              <a:off x="6214856" y="2804110"/>
              <a:ext cx="287368" cy="287692"/>
              <a:chOff x="10562300" y="3348363"/>
              <a:chExt cx="287368" cy="287692"/>
            </a:xfrm>
          </p:grpSpPr>
          <p:sp>
            <p:nvSpPr>
              <p:cNvPr id="13" name="Ellipse 12"/>
              <p:cNvSpPr/>
              <p:nvPr/>
            </p:nvSpPr>
            <p:spPr>
              <a:xfrm>
                <a:off x="10562300" y="3348363"/>
                <a:ext cx="287368" cy="287692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10683124" y="3469349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ZoneTexte 16"/>
                <p:cNvSpPr txBox="1"/>
                <p:nvPr/>
              </p:nvSpPr>
              <p:spPr>
                <a:xfrm>
                  <a:off x="6381399" y="2473673"/>
                  <a:ext cx="531291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fr-F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8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fr-FR" sz="28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17" name="ZoneTexte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1399" y="2473673"/>
                  <a:ext cx="531291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22614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01" y="505359"/>
            <a:ext cx="12384001" cy="5847281"/>
          </a:xfrm>
          <a:prstGeom prst="rect">
            <a:avLst/>
          </a:prstGeom>
        </p:spPr>
      </p:pic>
      <p:cxnSp>
        <p:nvCxnSpPr>
          <p:cNvPr id="6" name="Connecteur droit avec flèche 5"/>
          <p:cNvCxnSpPr/>
          <p:nvPr/>
        </p:nvCxnSpPr>
        <p:spPr>
          <a:xfrm>
            <a:off x="6274191" y="1294228"/>
            <a:ext cx="386861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avec flèche 7"/>
          <p:cNvCxnSpPr/>
          <p:nvPr/>
        </p:nvCxnSpPr>
        <p:spPr>
          <a:xfrm>
            <a:off x="7439465" y="5062025"/>
            <a:ext cx="466578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>
            <a:off x="4339883" y="4372708"/>
            <a:ext cx="383344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7813357" y="1392665"/>
                <a:ext cx="790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357" y="1392665"/>
                <a:ext cx="79028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ZoneTexte 12"/>
          <p:cNvSpPr txBox="1"/>
          <p:nvPr/>
        </p:nvSpPr>
        <p:spPr>
          <a:xfrm>
            <a:off x="4820908" y="3683392"/>
            <a:ext cx="2906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Domaine visible</a:t>
            </a:r>
            <a:endParaRPr lang="fr-FR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7108004" y="4471145"/>
                <a:ext cx="159607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004" y="4471145"/>
                <a:ext cx="1596078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054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14"/>
          <p:cNvPicPr>
            <a:picLocks noChangeAspect="1"/>
          </p:cNvPicPr>
          <p:nvPr/>
        </p:nvPicPr>
        <p:blipFill rotWithShape="1">
          <a:blip r:embed="rId2"/>
          <a:srcRect l="6228" t="4589" r="7553"/>
          <a:stretch/>
        </p:blipFill>
        <p:spPr>
          <a:xfrm>
            <a:off x="675249" y="773723"/>
            <a:ext cx="10677379" cy="5578917"/>
          </a:xfrm>
          <a:prstGeom prst="rect">
            <a:avLst/>
          </a:prstGeom>
        </p:spPr>
      </p:pic>
      <p:cxnSp>
        <p:nvCxnSpPr>
          <p:cNvPr id="5" name="Connecteur droit avec flèche 4"/>
          <p:cNvCxnSpPr/>
          <p:nvPr/>
        </p:nvCxnSpPr>
        <p:spPr>
          <a:xfrm>
            <a:off x="3379460" y="1223890"/>
            <a:ext cx="3868615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avec flèche 5"/>
          <p:cNvCxnSpPr/>
          <p:nvPr/>
        </p:nvCxnSpPr>
        <p:spPr>
          <a:xfrm>
            <a:off x="6284742" y="3426801"/>
            <a:ext cx="991469" cy="2198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>
            <a:off x="4339883" y="4372708"/>
            <a:ext cx="383344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/>
              <p:cNvSpPr txBox="1"/>
              <p:nvPr/>
            </p:nvSpPr>
            <p:spPr>
              <a:xfrm>
                <a:off x="4918626" y="1322327"/>
                <a:ext cx="7902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8" name="ZoneTexte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626" y="1322327"/>
                <a:ext cx="79028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ZoneTexte 8"/>
          <p:cNvSpPr txBox="1"/>
          <p:nvPr/>
        </p:nvSpPr>
        <p:spPr>
          <a:xfrm>
            <a:off x="4820908" y="3683392"/>
            <a:ext cx="29065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smtClean="0"/>
              <a:t>Domaine visible</a:t>
            </a:r>
            <a:endParaRPr lang="fr-FR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/>
              <p:cNvSpPr txBox="1"/>
              <p:nvPr/>
            </p:nvSpPr>
            <p:spPr>
              <a:xfrm>
                <a:off x="5350186" y="2790019"/>
                <a:ext cx="171149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3200" b="1" i="0" smtClean="0">
                          <a:latin typeface="Cambria Math" panose="02040503050406030204" pitchFamily="18" charset="0"/>
                        </a:rPr>
                        <m:t>𝚿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/(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𝒌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fr-FR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3200" b="1" dirty="0"/>
              </a:p>
            </p:txBody>
          </p:sp>
        </mc:Choice>
        <mc:Fallback xmlns="">
          <p:sp>
            <p:nvSpPr>
              <p:cNvPr id="10" name="ZoneTexte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186" y="2790019"/>
                <a:ext cx="1711494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7710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3086</TotalTime>
  <Words>37</Words>
  <Application>Microsoft Office PowerPoint</Application>
  <PresentationFormat>Grand écran</PresentationFormat>
  <Paragraphs>30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Alexis MARTIN</dc:creator>
  <cp:lastModifiedBy>Alexis MARTIN</cp:lastModifiedBy>
  <cp:revision>18</cp:revision>
  <dcterms:created xsi:type="dcterms:W3CDTF">2025-08-03T08:44:58Z</dcterms:created>
  <dcterms:modified xsi:type="dcterms:W3CDTF">2025-11-10T12:39:30Z</dcterms:modified>
</cp:coreProperties>
</file>