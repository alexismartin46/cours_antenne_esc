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>
        <p:scale>
          <a:sx n="75" d="100"/>
          <a:sy n="75" d="100"/>
        </p:scale>
        <p:origin x="534" y="-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DB3E7-5785-432E-8D1F-A1DB0CBCEF33}" type="datetimeFigureOut">
              <a:rPr lang="fr-FR" smtClean="0"/>
              <a:t>05/12/2025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AD8B4-3A4E-4B3F-AC75-6AB0894296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1548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DB3E7-5785-432E-8D1F-A1DB0CBCEF33}" type="datetimeFigureOut">
              <a:rPr lang="fr-FR" smtClean="0"/>
              <a:t>05/12/2025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AD8B4-3A4E-4B3F-AC75-6AB0894296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900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DB3E7-5785-432E-8D1F-A1DB0CBCEF33}" type="datetimeFigureOut">
              <a:rPr lang="fr-FR" smtClean="0"/>
              <a:t>05/12/2025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AD8B4-3A4E-4B3F-AC75-6AB0894296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0421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DB3E7-5785-432E-8D1F-A1DB0CBCEF33}" type="datetimeFigureOut">
              <a:rPr lang="fr-FR" smtClean="0"/>
              <a:t>05/12/2025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AD8B4-3A4E-4B3F-AC75-6AB0894296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162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DB3E7-5785-432E-8D1F-A1DB0CBCEF33}" type="datetimeFigureOut">
              <a:rPr lang="fr-FR" smtClean="0"/>
              <a:t>05/12/2025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AD8B4-3A4E-4B3F-AC75-6AB0894296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8031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DB3E7-5785-432E-8D1F-A1DB0CBCEF33}" type="datetimeFigureOut">
              <a:rPr lang="fr-FR" smtClean="0"/>
              <a:t>05/12/2025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AD8B4-3A4E-4B3F-AC75-6AB0894296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9990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DB3E7-5785-432E-8D1F-A1DB0CBCEF33}" type="datetimeFigureOut">
              <a:rPr lang="fr-FR" smtClean="0"/>
              <a:t>05/12/2025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AD8B4-3A4E-4B3F-AC75-6AB0894296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8039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DB3E7-5785-432E-8D1F-A1DB0CBCEF33}" type="datetimeFigureOut">
              <a:rPr lang="fr-FR" smtClean="0"/>
              <a:t>05/12/2025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AD8B4-3A4E-4B3F-AC75-6AB0894296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3951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DB3E7-5785-432E-8D1F-A1DB0CBCEF33}" type="datetimeFigureOut">
              <a:rPr lang="fr-FR" smtClean="0"/>
              <a:t>05/12/2025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AD8B4-3A4E-4B3F-AC75-6AB0894296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6043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DB3E7-5785-432E-8D1F-A1DB0CBCEF33}" type="datetimeFigureOut">
              <a:rPr lang="fr-FR" smtClean="0"/>
              <a:t>05/12/2025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AD8B4-3A4E-4B3F-AC75-6AB0894296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7292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DB3E7-5785-432E-8D1F-A1DB0CBCEF33}" type="datetimeFigureOut">
              <a:rPr lang="fr-FR" smtClean="0"/>
              <a:t>05/12/2025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AD8B4-3A4E-4B3F-AC75-6AB0894296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0876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DB3E7-5785-432E-8D1F-A1DB0CBCEF33}" type="datetimeFigureOut">
              <a:rPr lang="fr-FR" smtClean="0"/>
              <a:t>05/12/2025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5AD8B4-3A4E-4B3F-AC75-6AB0894296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6325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/>
          <a:srcRect t="11854" r="52251" b="16710"/>
          <a:stretch/>
        </p:blipFill>
        <p:spPr>
          <a:xfrm>
            <a:off x="6923058" y="219363"/>
            <a:ext cx="3934608" cy="3021496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963" y="1387163"/>
            <a:ext cx="943107" cy="68589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763" y="1359712"/>
            <a:ext cx="943107" cy="685896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446" y="4954608"/>
            <a:ext cx="943107" cy="685896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951" y="4954608"/>
            <a:ext cx="943107" cy="685896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3169" y="4954608"/>
            <a:ext cx="943107" cy="685896"/>
          </a:xfrm>
          <a:prstGeom prst="rect">
            <a:avLst/>
          </a:prstGeom>
        </p:spPr>
      </p:pic>
      <p:grpSp>
        <p:nvGrpSpPr>
          <p:cNvPr id="80" name="Groupe 79"/>
          <p:cNvGrpSpPr/>
          <p:nvPr/>
        </p:nvGrpSpPr>
        <p:grpSpPr>
          <a:xfrm>
            <a:off x="7225197" y="4446657"/>
            <a:ext cx="1439983" cy="1598433"/>
            <a:chOff x="7225197" y="4446657"/>
            <a:chExt cx="1439983" cy="1598433"/>
          </a:xfrm>
        </p:grpSpPr>
        <p:grpSp>
          <p:nvGrpSpPr>
            <p:cNvPr id="73" name="Groupe 72"/>
            <p:cNvGrpSpPr/>
            <p:nvPr/>
          </p:nvGrpSpPr>
          <p:grpSpPr>
            <a:xfrm>
              <a:off x="7225197" y="4495952"/>
              <a:ext cx="1353653" cy="1285723"/>
              <a:chOff x="7225197" y="4495952"/>
              <a:chExt cx="1353653" cy="1285723"/>
            </a:xfrm>
          </p:grpSpPr>
          <p:cxnSp>
            <p:nvCxnSpPr>
              <p:cNvPr id="18" name="Connecteur droit avec flèche 17"/>
              <p:cNvCxnSpPr/>
              <p:nvPr/>
            </p:nvCxnSpPr>
            <p:spPr>
              <a:xfrm>
                <a:off x="7633251" y="5271052"/>
                <a:ext cx="94559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Connecteur droit avec flèche 65"/>
              <p:cNvCxnSpPr/>
              <p:nvPr/>
            </p:nvCxnSpPr>
            <p:spPr>
              <a:xfrm flipV="1">
                <a:off x="7645156" y="4495952"/>
                <a:ext cx="0" cy="76661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Connecteur droit avec flèche 66"/>
              <p:cNvCxnSpPr/>
              <p:nvPr/>
            </p:nvCxnSpPr>
            <p:spPr>
              <a:xfrm flipH="1">
                <a:off x="7225197" y="5271052"/>
                <a:ext cx="439011" cy="51062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ZoneTexte 31"/>
                <p:cNvSpPr txBox="1"/>
                <p:nvPr/>
              </p:nvSpPr>
              <p:spPr>
                <a:xfrm>
                  <a:off x="8474423" y="4958939"/>
                  <a:ext cx="19075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oMath>
                    </m:oMathPara>
                  </a14:m>
                  <a:endParaRPr lang="fr-FR" b="1" dirty="0"/>
                </a:p>
              </p:txBody>
            </p:sp>
          </mc:Choice>
          <mc:Fallback>
            <p:sp>
              <p:nvSpPr>
                <p:cNvPr id="32" name="ZoneTexte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4423" y="4958939"/>
                  <a:ext cx="190757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32258" r="-32258" b="-2391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ZoneTexte 67"/>
                <p:cNvSpPr txBox="1"/>
                <p:nvPr/>
              </p:nvSpPr>
              <p:spPr>
                <a:xfrm>
                  <a:off x="7258754" y="5768091"/>
                  <a:ext cx="18594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oMath>
                    </m:oMathPara>
                  </a14:m>
                  <a:endParaRPr lang="fr-FR" b="1" dirty="0"/>
                </a:p>
              </p:txBody>
            </p:sp>
          </mc:Choice>
          <mc:Fallback>
            <p:sp>
              <p:nvSpPr>
                <p:cNvPr id="68" name="ZoneTexte 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8754" y="5768091"/>
                  <a:ext cx="185948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0000" r="-20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9" name="ZoneTexte 68"/>
                <p:cNvSpPr txBox="1"/>
                <p:nvPr/>
              </p:nvSpPr>
              <p:spPr>
                <a:xfrm>
                  <a:off x="7696833" y="4446657"/>
                  <a:ext cx="17152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1" i="1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</m:acc>
                      </m:oMath>
                    </m:oMathPara>
                  </a14:m>
                  <a:endParaRPr lang="fr-FR" b="1" dirty="0"/>
                </a:p>
              </p:txBody>
            </p:sp>
          </mc:Choice>
          <mc:Fallback>
            <p:sp>
              <p:nvSpPr>
                <p:cNvPr id="69" name="ZoneTexte 6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6833" y="4446657"/>
                  <a:ext cx="171521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1429" r="-2142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4" name="Image 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424729" y="4935555"/>
            <a:ext cx="428685" cy="724001"/>
          </a:xfrm>
          <a:prstGeom prst="rect">
            <a:avLst/>
          </a:prstGeom>
        </p:spPr>
      </p:pic>
      <p:pic>
        <p:nvPicPr>
          <p:cNvPr id="78" name="Image 7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3670674" y="4935554"/>
            <a:ext cx="428685" cy="724001"/>
          </a:xfrm>
          <a:prstGeom prst="rect">
            <a:avLst/>
          </a:prstGeom>
        </p:spPr>
      </p:pic>
      <p:pic>
        <p:nvPicPr>
          <p:cNvPr id="79" name="Image 7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152575" y="4935553"/>
            <a:ext cx="428685" cy="724001"/>
          </a:xfrm>
          <a:prstGeom prst="rect">
            <a:avLst/>
          </a:prstGeom>
        </p:spPr>
      </p:pic>
      <p:grpSp>
        <p:nvGrpSpPr>
          <p:cNvPr id="81" name="Groupe 80"/>
          <p:cNvGrpSpPr/>
          <p:nvPr/>
        </p:nvGrpSpPr>
        <p:grpSpPr>
          <a:xfrm>
            <a:off x="2196796" y="4406224"/>
            <a:ext cx="1439983" cy="1598433"/>
            <a:chOff x="7225197" y="4446657"/>
            <a:chExt cx="1439983" cy="1598433"/>
          </a:xfrm>
        </p:grpSpPr>
        <p:grpSp>
          <p:nvGrpSpPr>
            <p:cNvPr id="82" name="Groupe 81"/>
            <p:cNvGrpSpPr/>
            <p:nvPr/>
          </p:nvGrpSpPr>
          <p:grpSpPr>
            <a:xfrm>
              <a:off x="7225197" y="4495952"/>
              <a:ext cx="1353653" cy="1285723"/>
              <a:chOff x="7225197" y="4495952"/>
              <a:chExt cx="1353653" cy="1285723"/>
            </a:xfrm>
          </p:grpSpPr>
          <p:cxnSp>
            <p:nvCxnSpPr>
              <p:cNvPr id="86" name="Connecteur droit avec flèche 85"/>
              <p:cNvCxnSpPr/>
              <p:nvPr/>
            </p:nvCxnSpPr>
            <p:spPr>
              <a:xfrm>
                <a:off x="7633251" y="5271052"/>
                <a:ext cx="94559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Connecteur droit avec flèche 86"/>
              <p:cNvCxnSpPr/>
              <p:nvPr/>
            </p:nvCxnSpPr>
            <p:spPr>
              <a:xfrm flipV="1">
                <a:off x="7645156" y="4495952"/>
                <a:ext cx="0" cy="76661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Connecteur droit avec flèche 87"/>
              <p:cNvCxnSpPr/>
              <p:nvPr/>
            </p:nvCxnSpPr>
            <p:spPr>
              <a:xfrm flipH="1">
                <a:off x="7225197" y="5271052"/>
                <a:ext cx="439011" cy="51062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ZoneTexte 82"/>
                <p:cNvSpPr txBox="1"/>
                <p:nvPr/>
              </p:nvSpPr>
              <p:spPr>
                <a:xfrm>
                  <a:off x="8474423" y="4958939"/>
                  <a:ext cx="19075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oMath>
                    </m:oMathPara>
                  </a14:m>
                  <a:endParaRPr lang="fr-FR" b="1" dirty="0"/>
                </a:p>
              </p:txBody>
            </p:sp>
          </mc:Choice>
          <mc:Fallback>
            <p:sp>
              <p:nvSpPr>
                <p:cNvPr id="83" name="ZoneTexte 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4423" y="4958939"/>
                  <a:ext cx="190757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31250" r="-28125" b="-2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4" name="ZoneTexte 83"/>
                <p:cNvSpPr txBox="1"/>
                <p:nvPr/>
              </p:nvSpPr>
              <p:spPr>
                <a:xfrm>
                  <a:off x="7258754" y="5768091"/>
                  <a:ext cx="18594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oMath>
                    </m:oMathPara>
                  </a14:m>
                  <a:endParaRPr lang="fr-FR" b="1" dirty="0"/>
                </a:p>
              </p:txBody>
            </p:sp>
          </mc:Choice>
          <mc:Fallback>
            <p:sp>
              <p:nvSpPr>
                <p:cNvPr id="84" name="ZoneTexte 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8754" y="5768091"/>
                  <a:ext cx="185948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0000" r="-20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5" name="ZoneTexte 84"/>
                <p:cNvSpPr txBox="1"/>
                <p:nvPr/>
              </p:nvSpPr>
              <p:spPr>
                <a:xfrm>
                  <a:off x="7696833" y="4446657"/>
                  <a:ext cx="17152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1" i="1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</m:acc>
                      </m:oMath>
                    </m:oMathPara>
                  </a14:m>
                  <a:endParaRPr lang="fr-FR" b="1" dirty="0"/>
                </a:p>
              </p:txBody>
            </p:sp>
          </mc:Choice>
          <mc:Fallback>
            <p:sp>
              <p:nvSpPr>
                <p:cNvPr id="85" name="ZoneTexte 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6833" y="4446657"/>
                  <a:ext cx="171521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21429" r="-2142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7" name="Groupe 96"/>
          <p:cNvGrpSpPr/>
          <p:nvPr/>
        </p:nvGrpSpPr>
        <p:grpSpPr>
          <a:xfrm>
            <a:off x="2045355" y="2279339"/>
            <a:ext cx="1353653" cy="1598433"/>
            <a:chOff x="7225197" y="4446657"/>
            <a:chExt cx="1353653" cy="1598433"/>
          </a:xfrm>
        </p:grpSpPr>
        <p:grpSp>
          <p:nvGrpSpPr>
            <p:cNvPr id="98" name="Groupe 97"/>
            <p:cNvGrpSpPr/>
            <p:nvPr/>
          </p:nvGrpSpPr>
          <p:grpSpPr>
            <a:xfrm>
              <a:off x="7225197" y="4495952"/>
              <a:ext cx="1353653" cy="1285723"/>
              <a:chOff x="7225197" y="4495952"/>
              <a:chExt cx="1353653" cy="1285723"/>
            </a:xfrm>
          </p:grpSpPr>
          <p:cxnSp>
            <p:nvCxnSpPr>
              <p:cNvPr id="102" name="Connecteur droit avec flèche 101"/>
              <p:cNvCxnSpPr/>
              <p:nvPr/>
            </p:nvCxnSpPr>
            <p:spPr>
              <a:xfrm>
                <a:off x="7633251" y="5271052"/>
                <a:ext cx="94559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Connecteur droit avec flèche 102"/>
              <p:cNvCxnSpPr/>
              <p:nvPr/>
            </p:nvCxnSpPr>
            <p:spPr>
              <a:xfrm flipV="1">
                <a:off x="7645156" y="4495952"/>
                <a:ext cx="0" cy="76661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Connecteur droit avec flèche 103"/>
              <p:cNvCxnSpPr/>
              <p:nvPr/>
            </p:nvCxnSpPr>
            <p:spPr>
              <a:xfrm flipH="1">
                <a:off x="7225197" y="5271052"/>
                <a:ext cx="439011" cy="51062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" name="ZoneTexte 98"/>
                <p:cNvSpPr txBox="1"/>
                <p:nvPr/>
              </p:nvSpPr>
              <p:spPr>
                <a:xfrm>
                  <a:off x="8340304" y="4920350"/>
                  <a:ext cx="19075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oMath>
                    </m:oMathPara>
                  </a14:m>
                  <a:endParaRPr lang="fr-FR" b="1" dirty="0"/>
                </a:p>
              </p:txBody>
            </p:sp>
          </mc:Choice>
          <mc:Fallback>
            <p:sp>
              <p:nvSpPr>
                <p:cNvPr id="99" name="ZoneTexte 9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0304" y="4920350"/>
                  <a:ext cx="190757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31250" r="-28125" b="-2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0" name="ZoneTexte 99"/>
                <p:cNvSpPr txBox="1"/>
                <p:nvPr/>
              </p:nvSpPr>
              <p:spPr>
                <a:xfrm>
                  <a:off x="7258754" y="5768091"/>
                  <a:ext cx="18594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oMath>
                    </m:oMathPara>
                  </a14:m>
                  <a:endParaRPr lang="fr-FR" b="1" dirty="0"/>
                </a:p>
              </p:txBody>
            </p:sp>
          </mc:Choice>
          <mc:Fallback>
            <p:sp>
              <p:nvSpPr>
                <p:cNvPr id="100" name="ZoneTexte 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8754" y="5768091"/>
                  <a:ext cx="185948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19355" r="-1612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1" name="ZoneTexte 100"/>
                <p:cNvSpPr txBox="1"/>
                <p:nvPr/>
              </p:nvSpPr>
              <p:spPr>
                <a:xfrm>
                  <a:off x="7696833" y="4446657"/>
                  <a:ext cx="17152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1" i="1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</m:acc>
                      </m:oMath>
                    </m:oMathPara>
                  </a14:m>
                  <a:endParaRPr lang="fr-FR" b="1" dirty="0"/>
                </a:p>
              </p:txBody>
            </p:sp>
          </mc:Choice>
          <mc:Fallback>
            <p:sp>
              <p:nvSpPr>
                <p:cNvPr id="101" name="ZoneTexte 10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6833" y="4446657"/>
                  <a:ext cx="171521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1429" r="-2142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5" name="Croix 104"/>
          <p:cNvSpPr/>
          <p:nvPr/>
        </p:nvSpPr>
        <p:spPr>
          <a:xfrm rot="2681446">
            <a:off x="2135909" y="2810461"/>
            <a:ext cx="635000" cy="628755"/>
          </a:xfrm>
          <a:prstGeom prst="plus">
            <a:avLst>
              <a:gd name="adj" fmla="val 45811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6" name="Croix 105"/>
          <p:cNvSpPr/>
          <p:nvPr/>
        </p:nvSpPr>
        <p:spPr>
          <a:xfrm rot="2681446">
            <a:off x="3305868" y="2794262"/>
            <a:ext cx="635000" cy="628755"/>
          </a:xfrm>
          <a:prstGeom prst="plus">
            <a:avLst>
              <a:gd name="adj" fmla="val 45811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7" name="Croix 106"/>
          <p:cNvSpPr/>
          <p:nvPr/>
        </p:nvSpPr>
        <p:spPr>
          <a:xfrm rot="2681446">
            <a:off x="1077018" y="2828061"/>
            <a:ext cx="635000" cy="628755"/>
          </a:xfrm>
          <a:prstGeom prst="plus">
            <a:avLst>
              <a:gd name="adj" fmla="val 45811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6798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63" t="3307" r="7917" b="3529"/>
          <a:stretch/>
        </p:blipFill>
        <p:spPr>
          <a:xfrm>
            <a:off x="1104900" y="749299"/>
            <a:ext cx="10121900" cy="5346701"/>
          </a:xfrm>
          <a:prstGeom prst="rect">
            <a:avLst/>
          </a:prstGeom>
        </p:spPr>
      </p:pic>
      <p:sp>
        <p:nvSpPr>
          <p:cNvPr id="5" name="Croix 4"/>
          <p:cNvSpPr/>
          <p:nvPr/>
        </p:nvSpPr>
        <p:spPr>
          <a:xfrm rot="2681446">
            <a:off x="5730874" y="1050049"/>
            <a:ext cx="635000" cy="628755"/>
          </a:xfrm>
          <a:prstGeom prst="plus">
            <a:avLst>
              <a:gd name="adj" fmla="val 45811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Connecteur droit 6"/>
          <p:cNvCxnSpPr/>
          <p:nvPr/>
        </p:nvCxnSpPr>
        <p:spPr>
          <a:xfrm>
            <a:off x="5816600" y="5334000"/>
            <a:ext cx="0" cy="5334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/>
          <p:cNvSpPr txBox="1"/>
          <p:nvPr/>
        </p:nvSpPr>
        <p:spPr>
          <a:xfrm>
            <a:off x="4394200" y="1092128"/>
            <a:ext cx="17399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X = -6,2</a:t>
            </a:r>
          </a:p>
          <a:p>
            <a:r>
              <a:rPr lang="fr-FR" sz="3200" b="1" dirty="0" smtClean="0"/>
              <a:t>Y = -3</a:t>
            </a:r>
            <a:endParaRPr lang="fr-FR" sz="3200" b="1" dirty="0"/>
          </a:p>
        </p:txBody>
      </p:sp>
      <p:sp>
        <p:nvSpPr>
          <p:cNvPr id="9" name="ZoneTexte 8"/>
          <p:cNvSpPr txBox="1"/>
          <p:nvPr/>
        </p:nvSpPr>
        <p:spPr>
          <a:xfrm>
            <a:off x="5384800" y="5785062"/>
            <a:ext cx="663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-10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1369200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58" t="3750" r="8229" b="2865"/>
          <a:stretch/>
        </p:blipFill>
        <p:spPr>
          <a:xfrm>
            <a:off x="1092200" y="774699"/>
            <a:ext cx="10096500" cy="5359401"/>
          </a:xfrm>
          <a:prstGeom prst="rect">
            <a:avLst/>
          </a:prstGeom>
        </p:spPr>
      </p:pic>
      <p:sp>
        <p:nvSpPr>
          <p:cNvPr id="6" name="Croix 5"/>
          <p:cNvSpPr/>
          <p:nvPr/>
        </p:nvSpPr>
        <p:spPr>
          <a:xfrm rot="2681446">
            <a:off x="5616574" y="1215149"/>
            <a:ext cx="635000" cy="628755"/>
          </a:xfrm>
          <a:prstGeom prst="plus">
            <a:avLst>
              <a:gd name="adj" fmla="val 45811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4279900" y="1257228"/>
            <a:ext cx="17399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X = -7,3</a:t>
            </a:r>
          </a:p>
          <a:p>
            <a:r>
              <a:rPr lang="fr-FR" sz="3200" b="1" dirty="0" smtClean="0"/>
              <a:t>Y = -3</a:t>
            </a:r>
            <a:endParaRPr lang="fr-FR" sz="3200" b="1" dirty="0"/>
          </a:p>
        </p:txBody>
      </p:sp>
      <p:cxnSp>
        <p:nvCxnSpPr>
          <p:cNvPr id="8" name="Connecteur droit 7"/>
          <p:cNvCxnSpPr/>
          <p:nvPr/>
        </p:nvCxnSpPr>
        <p:spPr>
          <a:xfrm>
            <a:off x="5721350" y="5221373"/>
            <a:ext cx="0" cy="5334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>
            <a:off x="5724525" y="4984750"/>
            <a:ext cx="0" cy="24765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/>
        </p:nvSpPr>
        <p:spPr>
          <a:xfrm>
            <a:off x="5289550" y="5672435"/>
            <a:ext cx="663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-12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10410657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12688</TotalTime>
  <Words>20</Words>
  <Application>Microsoft Office PowerPoint</Application>
  <PresentationFormat>Grand écran</PresentationFormat>
  <Paragraphs>15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alexmart57</dc:creator>
  <cp:lastModifiedBy>Alexis MARTIN</cp:lastModifiedBy>
  <cp:revision>75</cp:revision>
  <dcterms:created xsi:type="dcterms:W3CDTF">2021-08-05T13:02:14Z</dcterms:created>
  <dcterms:modified xsi:type="dcterms:W3CDTF">2025-12-06T20:55:07Z</dcterms:modified>
</cp:coreProperties>
</file>